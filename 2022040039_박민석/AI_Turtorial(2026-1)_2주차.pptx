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image" Target="../media/image44.png"/><Relationship Id="rId21" Type="http://schemas.openxmlformats.org/officeDocument/2006/relationships/image" Target="../media/image61.png"/><Relationship Id="rId7" Type="http://schemas.openxmlformats.org/officeDocument/2006/relationships/image" Target="../media/image25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5" Type="http://schemas.openxmlformats.org/officeDocument/2006/relationships/image" Target="../media/image65.png"/><Relationship Id="rId2" Type="http://schemas.openxmlformats.org/officeDocument/2006/relationships/image" Target="../media/image43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24" Type="http://schemas.openxmlformats.org/officeDocument/2006/relationships/image" Target="../media/image64.png"/><Relationship Id="rId5" Type="http://schemas.openxmlformats.org/officeDocument/2006/relationships/image" Target="../media/image46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Relationship Id="rId27" Type="http://schemas.openxmlformats.org/officeDocument/2006/relationships/image" Target="../media/image6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26" Type="http://schemas.openxmlformats.org/officeDocument/2006/relationships/image" Target="../media/image90.png"/><Relationship Id="rId3" Type="http://schemas.openxmlformats.org/officeDocument/2006/relationships/image" Target="../media/image68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5" Type="http://schemas.openxmlformats.org/officeDocument/2006/relationships/image" Target="../media/image89.png"/><Relationship Id="rId2" Type="http://schemas.openxmlformats.org/officeDocument/2006/relationships/image" Target="../media/image43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29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88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28" Type="http://schemas.openxmlformats.org/officeDocument/2006/relationships/image" Target="../media/image92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31" Type="http://schemas.openxmlformats.org/officeDocument/2006/relationships/image" Target="../media/image95.png"/><Relationship Id="rId4" Type="http://schemas.openxmlformats.org/officeDocument/2006/relationships/image" Target="../media/image2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7.png"/><Relationship Id="rId7" Type="http://schemas.openxmlformats.org/officeDocument/2006/relationships/image" Target="../media/image25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103.png"/><Relationship Id="rId5" Type="http://schemas.openxmlformats.org/officeDocument/2006/relationships/image" Target="../media/image99.png"/><Relationship Id="rId10" Type="http://schemas.openxmlformats.org/officeDocument/2006/relationships/image" Target="../media/image102.png"/><Relationship Id="rId4" Type="http://schemas.openxmlformats.org/officeDocument/2006/relationships/image" Target="../media/image98.png"/><Relationship Id="rId9" Type="http://schemas.openxmlformats.org/officeDocument/2006/relationships/image" Target="../media/image10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04.png"/><Relationship Id="rId7" Type="http://schemas.openxmlformats.org/officeDocument/2006/relationships/image" Target="../media/image2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106.png"/><Relationship Id="rId10" Type="http://schemas.openxmlformats.org/officeDocument/2006/relationships/image" Target="../media/image108.png"/><Relationship Id="rId4" Type="http://schemas.openxmlformats.org/officeDocument/2006/relationships/image" Target="../media/image105.png"/><Relationship Id="rId9" Type="http://schemas.openxmlformats.org/officeDocument/2006/relationships/image" Target="../media/image10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86.png"/><Relationship Id="rId18" Type="http://schemas.openxmlformats.org/officeDocument/2006/relationships/image" Target="../media/image77.png"/><Relationship Id="rId26" Type="http://schemas.openxmlformats.org/officeDocument/2006/relationships/image" Target="../media/image124.png"/><Relationship Id="rId3" Type="http://schemas.openxmlformats.org/officeDocument/2006/relationships/image" Target="../media/image97.png"/><Relationship Id="rId21" Type="http://schemas.openxmlformats.org/officeDocument/2006/relationships/image" Target="../media/image82.png"/><Relationship Id="rId7" Type="http://schemas.openxmlformats.org/officeDocument/2006/relationships/image" Target="../media/image25.png"/><Relationship Id="rId12" Type="http://schemas.openxmlformats.org/officeDocument/2006/relationships/image" Target="../media/image117.png"/><Relationship Id="rId17" Type="http://schemas.openxmlformats.org/officeDocument/2006/relationships/image" Target="../media/image119.png"/><Relationship Id="rId25" Type="http://schemas.openxmlformats.org/officeDocument/2006/relationships/image" Target="../media/image123.png"/><Relationship Id="rId2" Type="http://schemas.openxmlformats.org/officeDocument/2006/relationships/image" Target="../media/image109.png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11" Type="http://schemas.openxmlformats.org/officeDocument/2006/relationships/image" Target="../media/image116.png"/><Relationship Id="rId24" Type="http://schemas.openxmlformats.org/officeDocument/2006/relationships/image" Target="../media/image122.png"/><Relationship Id="rId32" Type="http://schemas.openxmlformats.org/officeDocument/2006/relationships/image" Target="../media/image130.png"/><Relationship Id="rId5" Type="http://schemas.openxmlformats.org/officeDocument/2006/relationships/image" Target="../media/image111.png"/><Relationship Id="rId15" Type="http://schemas.openxmlformats.org/officeDocument/2006/relationships/image" Target="../media/image73.png"/><Relationship Id="rId23" Type="http://schemas.openxmlformats.org/officeDocument/2006/relationships/image" Target="../media/image121.png"/><Relationship Id="rId28" Type="http://schemas.openxmlformats.org/officeDocument/2006/relationships/image" Target="../media/image126.png"/><Relationship Id="rId10" Type="http://schemas.openxmlformats.org/officeDocument/2006/relationships/image" Target="../media/image115.png"/><Relationship Id="rId19" Type="http://schemas.openxmlformats.org/officeDocument/2006/relationships/image" Target="../media/image78.png"/><Relationship Id="rId31" Type="http://schemas.openxmlformats.org/officeDocument/2006/relationships/image" Target="../media/image129.png"/><Relationship Id="rId4" Type="http://schemas.openxmlformats.org/officeDocument/2006/relationships/image" Target="../media/image110.png"/><Relationship Id="rId9" Type="http://schemas.openxmlformats.org/officeDocument/2006/relationships/image" Target="../media/image114.png"/><Relationship Id="rId14" Type="http://schemas.openxmlformats.org/officeDocument/2006/relationships/image" Target="../media/image118.png"/><Relationship Id="rId22" Type="http://schemas.openxmlformats.org/officeDocument/2006/relationships/image" Target="../media/image120.png"/><Relationship Id="rId27" Type="http://schemas.openxmlformats.org/officeDocument/2006/relationships/image" Target="../media/image125.png"/><Relationship Id="rId30" Type="http://schemas.openxmlformats.org/officeDocument/2006/relationships/image" Target="../media/image1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73.png"/><Relationship Id="rId18" Type="http://schemas.openxmlformats.org/officeDocument/2006/relationships/image" Target="../media/image79.png"/><Relationship Id="rId26" Type="http://schemas.openxmlformats.org/officeDocument/2006/relationships/image" Target="../media/image126.png"/><Relationship Id="rId3" Type="http://schemas.openxmlformats.org/officeDocument/2006/relationships/image" Target="../media/image97.png"/><Relationship Id="rId21" Type="http://schemas.openxmlformats.org/officeDocument/2006/relationships/image" Target="../media/image134.png"/><Relationship Id="rId7" Type="http://schemas.openxmlformats.org/officeDocument/2006/relationships/image" Target="../media/image114.png"/><Relationship Id="rId12" Type="http://schemas.openxmlformats.org/officeDocument/2006/relationships/image" Target="../media/image118.png"/><Relationship Id="rId17" Type="http://schemas.openxmlformats.org/officeDocument/2006/relationships/image" Target="../media/image78.png"/><Relationship Id="rId25" Type="http://schemas.openxmlformats.org/officeDocument/2006/relationships/image" Target="../media/image135.png"/><Relationship Id="rId2" Type="http://schemas.openxmlformats.org/officeDocument/2006/relationships/image" Target="../media/image131.png"/><Relationship Id="rId16" Type="http://schemas.openxmlformats.org/officeDocument/2006/relationships/image" Target="../media/image77.png"/><Relationship Id="rId20" Type="http://schemas.openxmlformats.org/officeDocument/2006/relationships/image" Target="../media/image120.png"/><Relationship Id="rId29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image" Target="../media/image86.png"/><Relationship Id="rId24" Type="http://schemas.openxmlformats.org/officeDocument/2006/relationships/image" Target="../media/image123.png"/><Relationship Id="rId32" Type="http://schemas.openxmlformats.org/officeDocument/2006/relationships/image" Target="../media/image112.png"/><Relationship Id="rId5" Type="http://schemas.openxmlformats.org/officeDocument/2006/relationships/image" Target="../media/image25.png"/><Relationship Id="rId15" Type="http://schemas.openxmlformats.org/officeDocument/2006/relationships/image" Target="../media/image133.png"/><Relationship Id="rId23" Type="http://schemas.openxmlformats.org/officeDocument/2006/relationships/image" Target="../media/image122.png"/><Relationship Id="rId28" Type="http://schemas.openxmlformats.org/officeDocument/2006/relationships/image" Target="../media/image137.png"/><Relationship Id="rId10" Type="http://schemas.openxmlformats.org/officeDocument/2006/relationships/image" Target="../media/image117.png"/><Relationship Id="rId19" Type="http://schemas.openxmlformats.org/officeDocument/2006/relationships/image" Target="../media/image82.png"/><Relationship Id="rId31" Type="http://schemas.openxmlformats.org/officeDocument/2006/relationships/image" Target="../media/image140.png"/><Relationship Id="rId4" Type="http://schemas.openxmlformats.org/officeDocument/2006/relationships/image" Target="../media/image132.png"/><Relationship Id="rId9" Type="http://schemas.openxmlformats.org/officeDocument/2006/relationships/image" Target="../media/image116.png"/><Relationship Id="rId14" Type="http://schemas.openxmlformats.org/officeDocument/2006/relationships/image" Target="../media/image75.png"/><Relationship Id="rId22" Type="http://schemas.openxmlformats.org/officeDocument/2006/relationships/image" Target="../media/image121.png"/><Relationship Id="rId27" Type="http://schemas.openxmlformats.org/officeDocument/2006/relationships/image" Target="../media/image136.png"/><Relationship Id="rId30" Type="http://schemas.openxmlformats.org/officeDocument/2006/relationships/image" Target="../media/image1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97.png"/><Relationship Id="rId7" Type="http://schemas.openxmlformats.org/officeDocument/2006/relationships/image" Target="../media/image25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10" Type="http://schemas.openxmlformats.org/officeDocument/2006/relationships/image" Target="../media/image147.png"/><Relationship Id="rId4" Type="http://schemas.openxmlformats.org/officeDocument/2006/relationships/image" Target="../media/image142.png"/><Relationship Id="rId9" Type="http://schemas.openxmlformats.org/officeDocument/2006/relationships/image" Target="../media/image1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9.png"/><Relationship Id="rId7" Type="http://schemas.openxmlformats.org/officeDocument/2006/relationships/image" Target="../media/image25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image" Target="../media/image154.png"/><Relationship Id="rId5" Type="http://schemas.openxmlformats.org/officeDocument/2006/relationships/image" Target="../media/image150.png"/><Relationship Id="rId10" Type="http://schemas.openxmlformats.org/officeDocument/2006/relationships/image" Target="../media/image153.png"/><Relationship Id="rId4" Type="http://schemas.openxmlformats.org/officeDocument/2006/relationships/image" Target="../media/image28.png"/><Relationship Id="rId9" Type="http://schemas.openxmlformats.org/officeDocument/2006/relationships/image" Target="../media/image1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61.png"/><Relationship Id="rId18" Type="http://schemas.openxmlformats.org/officeDocument/2006/relationships/image" Target="../media/image166.png"/><Relationship Id="rId3" Type="http://schemas.openxmlformats.org/officeDocument/2006/relationships/image" Target="../media/image97.png"/><Relationship Id="rId21" Type="http://schemas.openxmlformats.org/officeDocument/2006/relationships/image" Target="../media/image169.png"/><Relationship Id="rId7" Type="http://schemas.openxmlformats.org/officeDocument/2006/relationships/image" Target="../media/image25.png"/><Relationship Id="rId12" Type="http://schemas.openxmlformats.org/officeDocument/2006/relationships/image" Target="../media/image160.png"/><Relationship Id="rId17" Type="http://schemas.openxmlformats.org/officeDocument/2006/relationships/image" Target="../media/image165.png"/><Relationship Id="rId2" Type="http://schemas.openxmlformats.org/officeDocument/2006/relationships/image" Target="../media/image155.png"/><Relationship Id="rId16" Type="http://schemas.openxmlformats.org/officeDocument/2006/relationships/image" Target="../media/image164.png"/><Relationship Id="rId20" Type="http://schemas.openxmlformats.org/officeDocument/2006/relationships/image" Target="../media/image1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image" Target="../media/image159.png"/><Relationship Id="rId5" Type="http://schemas.openxmlformats.org/officeDocument/2006/relationships/image" Target="../media/image143.png"/><Relationship Id="rId15" Type="http://schemas.openxmlformats.org/officeDocument/2006/relationships/image" Target="../media/image163.png"/><Relationship Id="rId10" Type="http://schemas.openxmlformats.org/officeDocument/2006/relationships/image" Target="../media/image158.png"/><Relationship Id="rId19" Type="http://schemas.openxmlformats.org/officeDocument/2006/relationships/image" Target="../media/image167.png"/><Relationship Id="rId4" Type="http://schemas.openxmlformats.org/officeDocument/2006/relationships/image" Target="../media/image14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75.png"/><Relationship Id="rId18" Type="http://schemas.openxmlformats.org/officeDocument/2006/relationships/image" Target="../media/image180.png"/><Relationship Id="rId3" Type="http://schemas.openxmlformats.org/officeDocument/2006/relationships/image" Target="../media/image170.png"/><Relationship Id="rId21" Type="http://schemas.openxmlformats.org/officeDocument/2006/relationships/image" Target="../media/image182.png"/><Relationship Id="rId7" Type="http://schemas.openxmlformats.org/officeDocument/2006/relationships/image" Target="../media/image25.png"/><Relationship Id="rId12" Type="http://schemas.openxmlformats.org/officeDocument/2006/relationships/image" Target="../media/image174.png"/><Relationship Id="rId17" Type="http://schemas.openxmlformats.org/officeDocument/2006/relationships/image" Target="../media/image179.png"/><Relationship Id="rId2" Type="http://schemas.openxmlformats.org/officeDocument/2006/relationships/image" Target="../media/image43.png"/><Relationship Id="rId16" Type="http://schemas.openxmlformats.org/officeDocument/2006/relationships/image" Target="../media/image178.png"/><Relationship Id="rId20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image" Target="../media/image173.png"/><Relationship Id="rId24" Type="http://schemas.openxmlformats.org/officeDocument/2006/relationships/image" Target="../media/image184.png"/><Relationship Id="rId5" Type="http://schemas.openxmlformats.org/officeDocument/2006/relationships/image" Target="../media/image143.png"/><Relationship Id="rId15" Type="http://schemas.openxmlformats.org/officeDocument/2006/relationships/image" Target="../media/image177.png"/><Relationship Id="rId23" Type="http://schemas.openxmlformats.org/officeDocument/2006/relationships/image" Target="../media/image183.png"/><Relationship Id="rId10" Type="http://schemas.openxmlformats.org/officeDocument/2006/relationships/image" Target="../media/image160.png"/><Relationship Id="rId19" Type="http://schemas.openxmlformats.org/officeDocument/2006/relationships/image" Target="../media/image169.png"/><Relationship Id="rId4" Type="http://schemas.openxmlformats.org/officeDocument/2006/relationships/image" Target="../media/image171.png"/><Relationship Id="rId9" Type="http://schemas.openxmlformats.org/officeDocument/2006/relationships/image" Target="../media/image172.png"/><Relationship Id="rId14" Type="http://schemas.openxmlformats.org/officeDocument/2006/relationships/image" Target="../media/image176.png"/><Relationship Id="rId22" Type="http://schemas.openxmlformats.org/officeDocument/2006/relationships/image" Target="../media/image1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88.png"/><Relationship Id="rId3" Type="http://schemas.openxmlformats.org/officeDocument/2006/relationships/image" Target="../media/image104.png"/><Relationship Id="rId7" Type="http://schemas.openxmlformats.org/officeDocument/2006/relationships/image" Target="../media/image25.png"/><Relationship Id="rId12" Type="http://schemas.openxmlformats.org/officeDocument/2006/relationships/image" Target="../media/image187.png"/><Relationship Id="rId17" Type="http://schemas.openxmlformats.org/officeDocument/2006/relationships/image" Target="../media/image191.png"/><Relationship Id="rId2" Type="http://schemas.openxmlformats.org/officeDocument/2006/relationships/image" Target="../media/image43.png"/><Relationship Id="rId16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image" Target="../media/image186.png"/><Relationship Id="rId5" Type="http://schemas.openxmlformats.org/officeDocument/2006/relationships/image" Target="../media/image46.png"/><Relationship Id="rId15" Type="http://schemas.openxmlformats.org/officeDocument/2006/relationships/image" Target="../media/image165.png"/><Relationship Id="rId10" Type="http://schemas.openxmlformats.org/officeDocument/2006/relationships/image" Target="../media/image160.png"/><Relationship Id="rId4" Type="http://schemas.openxmlformats.org/officeDocument/2006/relationships/image" Target="../media/image28.png"/><Relationship Id="rId9" Type="http://schemas.openxmlformats.org/officeDocument/2006/relationships/image" Target="../media/image185.png"/><Relationship Id="rId14" Type="http://schemas.openxmlformats.org/officeDocument/2006/relationships/image" Target="../media/image18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97.png"/><Relationship Id="rId18" Type="http://schemas.openxmlformats.org/officeDocument/2006/relationships/image" Target="../media/image202.png"/><Relationship Id="rId3" Type="http://schemas.openxmlformats.org/officeDocument/2006/relationships/image" Target="../media/image104.png"/><Relationship Id="rId7" Type="http://schemas.openxmlformats.org/officeDocument/2006/relationships/image" Target="../media/image25.png"/><Relationship Id="rId12" Type="http://schemas.openxmlformats.org/officeDocument/2006/relationships/image" Target="../media/image196.png"/><Relationship Id="rId17" Type="http://schemas.openxmlformats.org/officeDocument/2006/relationships/image" Target="../media/image201.png"/><Relationship Id="rId2" Type="http://schemas.openxmlformats.org/officeDocument/2006/relationships/image" Target="../media/image43.png"/><Relationship Id="rId16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image" Target="../media/image195.png"/><Relationship Id="rId5" Type="http://schemas.openxmlformats.org/officeDocument/2006/relationships/image" Target="../media/image192.png"/><Relationship Id="rId15" Type="http://schemas.openxmlformats.org/officeDocument/2006/relationships/image" Target="../media/image199.png"/><Relationship Id="rId10" Type="http://schemas.openxmlformats.org/officeDocument/2006/relationships/image" Target="../media/image194.png"/><Relationship Id="rId19" Type="http://schemas.openxmlformats.org/officeDocument/2006/relationships/image" Target="../media/image203.png"/><Relationship Id="rId4" Type="http://schemas.openxmlformats.org/officeDocument/2006/relationships/image" Target="../media/image171.png"/><Relationship Id="rId9" Type="http://schemas.openxmlformats.org/officeDocument/2006/relationships/image" Target="../media/image193.png"/><Relationship Id="rId14" Type="http://schemas.openxmlformats.org/officeDocument/2006/relationships/image" Target="../media/image19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209.png"/><Relationship Id="rId3" Type="http://schemas.openxmlformats.org/officeDocument/2006/relationships/image" Target="../media/image204.png"/><Relationship Id="rId7" Type="http://schemas.openxmlformats.org/officeDocument/2006/relationships/image" Target="../media/image25.png"/><Relationship Id="rId12" Type="http://schemas.openxmlformats.org/officeDocument/2006/relationships/image" Target="../media/image20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image" Target="../media/image207.png"/><Relationship Id="rId5" Type="http://schemas.openxmlformats.org/officeDocument/2006/relationships/image" Target="../media/image143.png"/><Relationship Id="rId15" Type="http://schemas.openxmlformats.org/officeDocument/2006/relationships/image" Target="../media/image211.png"/><Relationship Id="rId10" Type="http://schemas.openxmlformats.org/officeDocument/2006/relationships/image" Target="../media/image206.png"/><Relationship Id="rId4" Type="http://schemas.openxmlformats.org/officeDocument/2006/relationships/image" Target="../media/image28.png"/><Relationship Id="rId9" Type="http://schemas.openxmlformats.org/officeDocument/2006/relationships/image" Target="../media/image205.png"/><Relationship Id="rId14" Type="http://schemas.openxmlformats.org/officeDocument/2006/relationships/image" Target="../media/image2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image" Target="../media/image219.png"/><Relationship Id="rId3" Type="http://schemas.openxmlformats.org/officeDocument/2006/relationships/image" Target="../media/image104.png"/><Relationship Id="rId7" Type="http://schemas.openxmlformats.org/officeDocument/2006/relationships/image" Target="../media/image31.png"/><Relationship Id="rId12" Type="http://schemas.openxmlformats.org/officeDocument/2006/relationships/image" Target="../media/image21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3.png"/><Relationship Id="rId11" Type="http://schemas.openxmlformats.org/officeDocument/2006/relationships/image" Target="../media/image217.png"/><Relationship Id="rId5" Type="http://schemas.openxmlformats.org/officeDocument/2006/relationships/image" Target="../media/image33.png"/><Relationship Id="rId10" Type="http://schemas.openxmlformats.org/officeDocument/2006/relationships/image" Target="../media/image216.png"/><Relationship Id="rId4" Type="http://schemas.openxmlformats.org/officeDocument/2006/relationships/image" Target="../media/image212.png"/><Relationship Id="rId9" Type="http://schemas.openxmlformats.org/officeDocument/2006/relationships/image" Target="../media/image215.png"/><Relationship Id="rId1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28.png"/><Relationship Id="rId3" Type="http://schemas.openxmlformats.org/officeDocument/2006/relationships/image" Target="../media/image104.png"/><Relationship Id="rId7" Type="http://schemas.openxmlformats.org/officeDocument/2006/relationships/image" Target="../media/image31.png"/><Relationship Id="rId12" Type="http://schemas.openxmlformats.org/officeDocument/2006/relationships/image" Target="../media/image227.png"/><Relationship Id="rId2" Type="http://schemas.openxmlformats.org/officeDocument/2006/relationships/image" Target="../media/image43.png"/><Relationship Id="rId16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png"/><Relationship Id="rId11" Type="http://schemas.openxmlformats.org/officeDocument/2006/relationships/image" Target="../media/image226.png"/><Relationship Id="rId5" Type="http://schemas.openxmlformats.org/officeDocument/2006/relationships/image" Target="../media/image19.png"/><Relationship Id="rId15" Type="http://schemas.openxmlformats.org/officeDocument/2006/relationships/image" Target="../media/image230.png"/><Relationship Id="rId10" Type="http://schemas.openxmlformats.org/officeDocument/2006/relationships/image" Target="../media/image225.png"/><Relationship Id="rId4" Type="http://schemas.openxmlformats.org/officeDocument/2006/relationships/image" Target="../media/image221.png"/><Relationship Id="rId9" Type="http://schemas.openxmlformats.org/officeDocument/2006/relationships/image" Target="../media/image224.png"/><Relationship Id="rId14" Type="http://schemas.openxmlformats.org/officeDocument/2006/relationships/image" Target="../media/image2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13" Type="http://schemas.openxmlformats.org/officeDocument/2006/relationships/image" Target="../media/image214.png"/><Relationship Id="rId3" Type="http://schemas.openxmlformats.org/officeDocument/2006/relationships/image" Target="../media/image104.png"/><Relationship Id="rId7" Type="http://schemas.openxmlformats.org/officeDocument/2006/relationships/image" Target="../media/image31.png"/><Relationship Id="rId12" Type="http://schemas.openxmlformats.org/officeDocument/2006/relationships/image" Target="../media/image23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png"/><Relationship Id="rId11" Type="http://schemas.openxmlformats.org/officeDocument/2006/relationships/image" Target="../media/image234.png"/><Relationship Id="rId5" Type="http://schemas.openxmlformats.org/officeDocument/2006/relationships/image" Target="../media/image143.png"/><Relationship Id="rId10" Type="http://schemas.openxmlformats.org/officeDocument/2006/relationships/image" Target="../media/image233.png"/><Relationship Id="rId4" Type="http://schemas.openxmlformats.org/officeDocument/2006/relationships/image" Target="../media/image231.png"/><Relationship Id="rId9" Type="http://schemas.openxmlformats.org/officeDocument/2006/relationships/image" Target="../media/image2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28.png"/><Relationship Id="rId3" Type="http://schemas.openxmlformats.org/officeDocument/2006/relationships/image" Target="../media/image104.png"/><Relationship Id="rId7" Type="http://schemas.openxmlformats.org/officeDocument/2006/relationships/image" Target="../media/image31.png"/><Relationship Id="rId12" Type="http://schemas.openxmlformats.org/officeDocument/2006/relationships/image" Target="../media/image227.png"/><Relationship Id="rId2" Type="http://schemas.openxmlformats.org/officeDocument/2006/relationships/image" Target="../media/image43.png"/><Relationship Id="rId16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11" Type="http://schemas.openxmlformats.org/officeDocument/2006/relationships/image" Target="../media/image241.png"/><Relationship Id="rId5" Type="http://schemas.openxmlformats.org/officeDocument/2006/relationships/image" Target="../media/image237.png"/><Relationship Id="rId15" Type="http://schemas.openxmlformats.org/officeDocument/2006/relationships/image" Target="../media/image230.png"/><Relationship Id="rId10" Type="http://schemas.openxmlformats.org/officeDocument/2006/relationships/image" Target="../media/image240.png"/><Relationship Id="rId4" Type="http://schemas.openxmlformats.org/officeDocument/2006/relationships/image" Target="../media/image236.png"/><Relationship Id="rId9" Type="http://schemas.openxmlformats.org/officeDocument/2006/relationships/image" Target="../media/image224.png"/><Relationship Id="rId14" Type="http://schemas.openxmlformats.org/officeDocument/2006/relationships/image" Target="../media/image2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50.png"/><Relationship Id="rId3" Type="http://schemas.openxmlformats.org/officeDocument/2006/relationships/image" Target="../media/image97.png"/><Relationship Id="rId7" Type="http://schemas.openxmlformats.org/officeDocument/2006/relationships/image" Target="../media/image31.png"/><Relationship Id="rId12" Type="http://schemas.openxmlformats.org/officeDocument/2006/relationships/image" Target="../media/image249.png"/><Relationship Id="rId17" Type="http://schemas.openxmlformats.org/officeDocument/2006/relationships/image" Target="../media/image214.png"/><Relationship Id="rId2" Type="http://schemas.openxmlformats.org/officeDocument/2006/relationships/image" Target="../media/image242.png"/><Relationship Id="rId16" Type="http://schemas.openxmlformats.org/officeDocument/2006/relationships/image" Target="../media/image2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4.png"/><Relationship Id="rId11" Type="http://schemas.openxmlformats.org/officeDocument/2006/relationships/image" Target="../media/image248.png"/><Relationship Id="rId5" Type="http://schemas.openxmlformats.org/officeDocument/2006/relationships/image" Target="../media/image19.png"/><Relationship Id="rId15" Type="http://schemas.openxmlformats.org/officeDocument/2006/relationships/image" Target="../media/image252.png"/><Relationship Id="rId10" Type="http://schemas.openxmlformats.org/officeDocument/2006/relationships/image" Target="../media/image247.png"/><Relationship Id="rId4" Type="http://schemas.openxmlformats.org/officeDocument/2006/relationships/image" Target="../media/image243.png"/><Relationship Id="rId9" Type="http://schemas.openxmlformats.org/officeDocument/2006/relationships/image" Target="../media/image246.png"/><Relationship Id="rId14" Type="http://schemas.openxmlformats.org/officeDocument/2006/relationships/image" Target="../media/image25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13" Type="http://schemas.openxmlformats.org/officeDocument/2006/relationships/image" Target="../media/image259.png"/><Relationship Id="rId18" Type="http://schemas.openxmlformats.org/officeDocument/2006/relationships/image" Target="../media/image264.png"/><Relationship Id="rId3" Type="http://schemas.openxmlformats.org/officeDocument/2006/relationships/image" Target="../media/image104.png"/><Relationship Id="rId21" Type="http://schemas.openxmlformats.org/officeDocument/2006/relationships/image" Target="../media/image267.png"/><Relationship Id="rId7" Type="http://schemas.openxmlformats.org/officeDocument/2006/relationships/image" Target="../media/image31.png"/><Relationship Id="rId12" Type="http://schemas.openxmlformats.org/officeDocument/2006/relationships/image" Target="../media/image258.png"/><Relationship Id="rId17" Type="http://schemas.openxmlformats.org/officeDocument/2006/relationships/image" Target="../media/image263.png"/><Relationship Id="rId25" Type="http://schemas.openxmlformats.org/officeDocument/2006/relationships/image" Target="../media/image214.png"/><Relationship Id="rId2" Type="http://schemas.openxmlformats.org/officeDocument/2006/relationships/image" Target="../media/image43.png"/><Relationship Id="rId16" Type="http://schemas.openxmlformats.org/officeDocument/2006/relationships/image" Target="../media/image262.png"/><Relationship Id="rId20" Type="http://schemas.openxmlformats.org/officeDocument/2006/relationships/image" Target="../media/image2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4.png"/><Relationship Id="rId11" Type="http://schemas.openxmlformats.org/officeDocument/2006/relationships/image" Target="../media/image257.png"/><Relationship Id="rId24" Type="http://schemas.openxmlformats.org/officeDocument/2006/relationships/image" Target="../media/image270.png"/><Relationship Id="rId5" Type="http://schemas.openxmlformats.org/officeDocument/2006/relationships/image" Target="../media/image143.png"/><Relationship Id="rId15" Type="http://schemas.openxmlformats.org/officeDocument/2006/relationships/image" Target="../media/image261.png"/><Relationship Id="rId23" Type="http://schemas.openxmlformats.org/officeDocument/2006/relationships/image" Target="../media/image269.png"/><Relationship Id="rId10" Type="http://schemas.openxmlformats.org/officeDocument/2006/relationships/image" Target="../media/image256.png"/><Relationship Id="rId19" Type="http://schemas.openxmlformats.org/officeDocument/2006/relationships/image" Target="../media/image265.png"/><Relationship Id="rId4" Type="http://schemas.openxmlformats.org/officeDocument/2006/relationships/image" Target="../media/image231.png"/><Relationship Id="rId9" Type="http://schemas.openxmlformats.org/officeDocument/2006/relationships/image" Target="../media/image255.png"/><Relationship Id="rId14" Type="http://schemas.openxmlformats.org/officeDocument/2006/relationships/image" Target="../media/image260.png"/><Relationship Id="rId22" Type="http://schemas.openxmlformats.org/officeDocument/2006/relationships/image" Target="../media/image26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png"/><Relationship Id="rId13" Type="http://schemas.openxmlformats.org/officeDocument/2006/relationships/image" Target="../media/image279.png"/><Relationship Id="rId3" Type="http://schemas.openxmlformats.org/officeDocument/2006/relationships/image" Target="../media/image97.png"/><Relationship Id="rId7" Type="http://schemas.openxmlformats.org/officeDocument/2006/relationships/image" Target="../media/image31.png"/><Relationship Id="rId12" Type="http://schemas.openxmlformats.org/officeDocument/2006/relationships/image" Target="../media/image278.png"/><Relationship Id="rId2" Type="http://schemas.openxmlformats.org/officeDocument/2006/relationships/image" Target="../media/image271.png"/><Relationship Id="rId16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3.png"/><Relationship Id="rId11" Type="http://schemas.openxmlformats.org/officeDocument/2006/relationships/image" Target="../media/image277.png"/><Relationship Id="rId5" Type="http://schemas.openxmlformats.org/officeDocument/2006/relationships/image" Target="../media/image143.png"/><Relationship Id="rId15" Type="http://schemas.openxmlformats.org/officeDocument/2006/relationships/image" Target="../media/image281.png"/><Relationship Id="rId10" Type="http://schemas.openxmlformats.org/officeDocument/2006/relationships/image" Target="../media/image276.png"/><Relationship Id="rId4" Type="http://schemas.openxmlformats.org/officeDocument/2006/relationships/image" Target="../media/image272.png"/><Relationship Id="rId9" Type="http://schemas.openxmlformats.org/officeDocument/2006/relationships/image" Target="../media/image275.png"/><Relationship Id="rId14" Type="http://schemas.openxmlformats.org/officeDocument/2006/relationships/image" Target="../media/image28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3" Type="http://schemas.openxmlformats.org/officeDocument/2006/relationships/image" Target="../media/image282.png"/><Relationship Id="rId7" Type="http://schemas.openxmlformats.org/officeDocument/2006/relationships/image" Target="../media/image285.png"/><Relationship Id="rId12" Type="http://schemas.openxmlformats.org/officeDocument/2006/relationships/image" Target="../media/image21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4.png"/><Relationship Id="rId11" Type="http://schemas.openxmlformats.org/officeDocument/2006/relationships/image" Target="../media/image289.png"/><Relationship Id="rId5" Type="http://schemas.openxmlformats.org/officeDocument/2006/relationships/image" Target="../media/image143.png"/><Relationship Id="rId10" Type="http://schemas.openxmlformats.org/officeDocument/2006/relationships/image" Target="../media/image288.png"/><Relationship Id="rId4" Type="http://schemas.openxmlformats.org/officeDocument/2006/relationships/image" Target="../media/image283.png"/><Relationship Id="rId9" Type="http://schemas.openxmlformats.org/officeDocument/2006/relationships/image" Target="../media/image28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3" Type="http://schemas.openxmlformats.org/officeDocument/2006/relationships/image" Target="../media/image97.png"/><Relationship Id="rId7" Type="http://schemas.openxmlformats.org/officeDocument/2006/relationships/image" Target="../media/image38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4.png"/><Relationship Id="rId11" Type="http://schemas.openxmlformats.org/officeDocument/2006/relationships/image" Target="../media/image294.png"/><Relationship Id="rId5" Type="http://schemas.openxmlformats.org/officeDocument/2006/relationships/image" Target="../media/image291.png"/><Relationship Id="rId10" Type="http://schemas.openxmlformats.org/officeDocument/2006/relationships/image" Target="../media/image293.png"/><Relationship Id="rId4" Type="http://schemas.openxmlformats.org/officeDocument/2006/relationships/image" Target="../media/image221.png"/><Relationship Id="rId9" Type="http://schemas.openxmlformats.org/officeDocument/2006/relationships/image" Target="../media/image29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13" Type="http://schemas.openxmlformats.org/officeDocument/2006/relationships/image" Target="../media/image302.png"/><Relationship Id="rId3" Type="http://schemas.openxmlformats.org/officeDocument/2006/relationships/image" Target="../media/image296.png"/><Relationship Id="rId7" Type="http://schemas.openxmlformats.org/officeDocument/2006/relationships/image" Target="../media/image38.png"/><Relationship Id="rId12" Type="http://schemas.openxmlformats.org/officeDocument/2006/relationships/image" Target="../media/image301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4.png"/><Relationship Id="rId11" Type="http://schemas.openxmlformats.org/officeDocument/2006/relationships/image" Target="../media/image300.png"/><Relationship Id="rId5" Type="http://schemas.openxmlformats.org/officeDocument/2006/relationships/image" Target="../media/image106.png"/><Relationship Id="rId10" Type="http://schemas.openxmlformats.org/officeDocument/2006/relationships/image" Target="../media/image299.png"/><Relationship Id="rId4" Type="http://schemas.openxmlformats.org/officeDocument/2006/relationships/image" Target="../media/image297.png"/><Relationship Id="rId9" Type="http://schemas.openxmlformats.org/officeDocument/2006/relationships/image" Target="../media/image298.png"/><Relationship Id="rId14" Type="http://schemas.openxmlformats.org/officeDocument/2006/relationships/image" Target="../media/image30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png"/><Relationship Id="rId13" Type="http://schemas.openxmlformats.org/officeDocument/2006/relationships/image" Target="../media/image312.png"/><Relationship Id="rId3" Type="http://schemas.openxmlformats.org/officeDocument/2006/relationships/image" Target="../media/image296.png"/><Relationship Id="rId7" Type="http://schemas.openxmlformats.org/officeDocument/2006/relationships/image" Target="../media/image306.png"/><Relationship Id="rId12" Type="http://schemas.openxmlformats.org/officeDocument/2006/relationships/image" Target="../media/image311.png"/><Relationship Id="rId2" Type="http://schemas.openxmlformats.org/officeDocument/2006/relationships/image" Target="../media/image155.png"/><Relationship Id="rId16" Type="http://schemas.openxmlformats.org/officeDocument/2006/relationships/image" Target="../media/image3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10.png"/><Relationship Id="rId5" Type="http://schemas.openxmlformats.org/officeDocument/2006/relationships/image" Target="../media/image305.png"/><Relationship Id="rId15" Type="http://schemas.openxmlformats.org/officeDocument/2006/relationships/image" Target="../media/image314.png"/><Relationship Id="rId10" Type="http://schemas.openxmlformats.org/officeDocument/2006/relationships/image" Target="../media/image309.png"/><Relationship Id="rId4" Type="http://schemas.openxmlformats.org/officeDocument/2006/relationships/image" Target="../media/image304.png"/><Relationship Id="rId9" Type="http://schemas.openxmlformats.org/officeDocument/2006/relationships/image" Target="../media/image308.png"/><Relationship Id="rId14" Type="http://schemas.openxmlformats.org/officeDocument/2006/relationships/image" Target="../media/image3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3" Type="http://schemas.openxmlformats.org/officeDocument/2006/relationships/image" Target="../media/image104.png"/><Relationship Id="rId7" Type="http://schemas.openxmlformats.org/officeDocument/2006/relationships/image" Target="../media/image31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03.png"/><Relationship Id="rId5" Type="http://schemas.openxmlformats.org/officeDocument/2006/relationships/image" Target="../media/image237.png"/><Relationship Id="rId10" Type="http://schemas.openxmlformats.org/officeDocument/2006/relationships/image" Target="../media/image314.png"/><Relationship Id="rId4" Type="http://schemas.openxmlformats.org/officeDocument/2006/relationships/image" Target="../media/image315.png"/><Relationship Id="rId9" Type="http://schemas.openxmlformats.org/officeDocument/2006/relationships/image" Target="../media/image31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03.png"/><Relationship Id="rId3" Type="http://schemas.openxmlformats.org/officeDocument/2006/relationships/image" Target="../media/image97.png"/><Relationship Id="rId7" Type="http://schemas.openxmlformats.org/officeDocument/2006/relationships/image" Target="../media/image314.png"/><Relationship Id="rId12" Type="http://schemas.openxmlformats.org/officeDocument/2006/relationships/image" Target="../media/image324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23.png"/><Relationship Id="rId5" Type="http://schemas.openxmlformats.org/officeDocument/2006/relationships/image" Target="../media/image291.png"/><Relationship Id="rId10" Type="http://schemas.openxmlformats.org/officeDocument/2006/relationships/image" Target="../media/image322.png"/><Relationship Id="rId4" Type="http://schemas.openxmlformats.org/officeDocument/2006/relationships/image" Target="../media/image319.png"/><Relationship Id="rId9" Type="http://schemas.openxmlformats.org/officeDocument/2006/relationships/image" Target="../media/image32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13" Type="http://schemas.openxmlformats.org/officeDocument/2006/relationships/image" Target="../media/image333.png"/><Relationship Id="rId3" Type="http://schemas.openxmlformats.org/officeDocument/2006/relationships/image" Target="../media/image97.png"/><Relationship Id="rId7" Type="http://schemas.openxmlformats.org/officeDocument/2006/relationships/image" Target="../media/image320.png"/><Relationship Id="rId12" Type="http://schemas.openxmlformats.org/officeDocument/2006/relationships/image" Target="../media/image332.png"/><Relationship Id="rId2" Type="http://schemas.openxmlformats.org/officeDocument/2006/relationships/image" Target="../media/image325.png"/><Relationship Id="rId16" Type="http://schemas.openxmlformats.org/officeDocument/2006/relationships/image" Target="../media/image3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31.png"/><Relationship Id="rId5" Type="http://schemas.openxmlformats.org/officeDocument/2006/relationships/image" Target="../media/image327.png"/><Relationship Id="rId15" Type="http://schemas.openxmlformats.org/officeDocument/2006/relationships/image" Target="../media/image314.png"/><Relationship Id="rId10" Type="http://schemas.openxmlformats.org/officeDocument/2006/relationships/image" Target="../media/image330.png"/><Relationship Id="rId4" Type="http://schemas.openxmlformats.org/officeDocument/2006/relationships/image" Target="../media/image326.png"/><Relationship Id="rId9" Type="http://schemas.openxmlformats.org/officeDocument/2006/relationships/image" Target="../media/image329.png"/><Relationship Id="rId14" Type="http://schemas.openxmlformats.org/officeDocument/2006/relationships/image" Target="../media/image33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png"/><Relationship Id="rId13" Type="http://schemas.openxmlformats.org/officeDocument/2006/relationships/image" Target="../media/image342.png"/><Relationship Id="rId18" Type="http://schemas.openxmlformats.org/officeDocument/2006/relationships/image" Target="../media/image303.png"/><Relationship Id="rId3" Type="http://schemas.openxmlformats.org/officeDocument/2006/relationships/image" Target="../media/image104.png"/><Relationship Id="rId7" Type="http://schemas.openxmlformats.org/officeDocument/2006/relationships/image" Target="../media/image320.png"/><Relationship Id="rId12" Type="http://schemas.openxmlformats.org/officeDocument/2006/relationships/image" Target="../media/image341.png"/><Relationship Id="rId17" Type="http://schemas.openxmlformats.org/officeDocument/2006/relationships/image" Target="../media/image314.png"/><Relationship Id="rId2" Type="http://schemas.openxmlformats.org/officeDocument/2006/relationships/image" Target="../media/image335.png"/><Relationship Id="rId16" Type="http://schemas.openxmlformats.org/officeDocument/2006/relationships/image" Target="../media/image3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40.png"/><Relationship Id="rId5" Type="http://schemas.openxmlformats.org/officeDocument/2006/relationships/image" Target="../media/image69.png"/><Relationship Id="rId15" Type="http://schemas.openxmlformats.org/officeDocument/2006/relationships/image" Target="../media/image344.png"/><Relationship Id="rId10" Type="http://schemas.openxmlformats.org/officeDocument/2006/relationships/image" Target="../media/image339.png"/><Relationship Id="rId4" Type="http://schemas.openxmlformats.org/officeDocument/2006/relationships/image" Target="../media/image336.png"/><Relationship Id="rId9" Type="http://schemas.openxmlformats.org/officeDocument/2006/relationships/image" Target="../media/image338.png"/><Relationship Id="rId14" Type="http://schemas.openxmlformats.org/officeDocument/2006/relationships/image" Target="../media/image34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png"/><Relationship Id="rId3" Type="http://schemas.openxmlformats.org/officeDocument/2006/relationships/image" Target="../media/image104.png"/><Relationship Id="rId7" Type="http://schemas.openxmlformats.org/officeDocument/2006/relationships/image" Target="../media/image3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03.png"/><Relationship Id="rId5" Type="http://schemas.openxmlformats.org/officeDocument/2006/relationships/image" Target="../media/image143.png"/><Relationship Id="rId10" Type="http://schemas.openxmlformats.org/officeDocument/2006/relationships/image" Target="../media/image314.png"/><Relationship Id="rId4" Type="http://schemas.openxmlformats.org/officeDocument/2006/relationships/image" Target="../media/image346.png"/><Relationship Id="rId9" Type="http://schemas.openxmlformats.org/officeDocument/2006/relationships/image" Target="../media/image34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png"/><Relationship Id="rId3" Type="http://schemas.openxmlformats.org/officeDocument/2006/relationships/image" Target="../media/image97.png"/><Relationship Id="rId7" Type="http://schemas.openxmlformats.org/officeDocument/2006/relationships/image" Target="../media/image347.png"/><Relationship Id="rId12" Type="http://schemas.openxmlformats.org/officeDocument/2006/relationships/image" Target="../media/image303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14.png"/><Relationship Id="rId5" Type="http://schemas.openxmlformats.org/officeDocument/2006/relationships/image" Target="../media/image352.png"/><Relationship Id="rId10" Type="http://schemas.openxmlformats.org/officeDocument/2006/relationships/image" Target="../media/image355.png"/><Relationship Id="rId4" Type="http://schemas.openxmlformats.org/officeDocument/2006/relationships/image" Target="../media/image351.png"/><Relationship Id="rId9" Type="http://schemas.openxmlformats.org/officeDocument/2006/relationships/image" Target="../media/image35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3" Type="http://schemas.openxmlformats.org/officeDocument/2006/relationships/image" Target="../media/image97.png"/><Relationship Id="rId7" Type="http://schemas.openxmlformats.org/officeDocument/2006/relationships/image" Target="../media/image347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03.png"/><Relationship Id="rId5" Type="http://schemas.openxmlformats.org/officeDocument/2006/relationships/image" Target="../media/image357.png"/><Relationship Id="rId10" Type="http://schemas.openxmlformats.org/officeDocument/2006/relationships/image" Target="../media/image314.png"/><Relationship Id="rId4" Type="http://schemas.openxmlformats.org/officeDocument/2006/relationships/image" Target="../media/image356.png"/><Relationship Id="rId9" Type="http://schemas.openxmlformats.org/officeDocument/2006/relationships/image" Target="../media/image35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png"/><Relationship Id="rId3" Type="http://schemas.openxmlformats.org/officeDocument/2006/relationships/image" Target="../media/image97.png"/><Relationship Id="rId7" Type="http://schemas.openxmlformats.org/officeDocument/2006/relationships/image" Target="../media/image347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03.png"/><Relationship Id="rId5" Type="http://schemas.openxmlformats.org/officeDocument/2006/relationships/image" Target="../media/image352.png"/><Relationship Id="rId10" Type="http://schemas.openxmlformats.org/officeDocument/2006/relationships/image" Target="../media/image314.png"/><Relationship Id="rId4" Type="http://schemas.openxmlformats.org/officeDocument/2006/relationships/image" Target="../media/image361.png"/><Relationship Id="rId9" Type="http://schemas.openxmlformats.org/officeDocument/2006/relationships/image" Target="../media/image36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png"/><Relationship Id="rId13" Type="http://schemas.openxmlformats.org/officeDocument/2006/relationships/image" Target="../media/image373.png"/><Relationship Id="rId18" Type="http://schemas.openxmlformats.org/officeDocument/2006/relationships/image" Target="../media/image303.png"/><Relationship Id="rId3" Type="http://schemas.openxmlformats.org/officeDocument/2006/relationships/image" Target="../media/image104.png"/><Relationship Id="rId7" Type="http://schemas.openxmlformats.org/officeDocument/2006/relationships/image" Target="../media/image367.png"/><Relationship Id="rId12" Type="http://schemas.openxmlformats.org/officeDocument/2006/relationships/image" Target="../media/image372.png"/><Relationship Id="rId17" Type="http://schemas.openxmlformats.org/officeDocument/2006/relationships/image" Target="../media/image314.png"/><Relationship Id="rId2" Type="http://schemas.openxmlformats.org/officeDocument/2006/relationships/image" Target="../media/image364.png"/><Relationship Id="rId16" Type="http://schemas.openxmlformats.org/officeDocument/2006/relationships/image" Target="../media/image3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71.png"/><Relationship Id="rId5" Type="http://schemas.openxmlformats.org/officeDocument/2006/relationships/image" Target="../media/image366.png"/><Relationship Id="rId15" Type="http://schemas.openxmlformats.org/officeDocument/2006/relationships/image" Target="../media/image375.png"/><Relationship Id="rId10" Type="http://schemas.openxmlformats.org/officeDocument/2006/relationships/image" Target="../media/image370.png"/><Relationship Id="rId4" Type="http://schemas.openxmlformats.org/officeDocument/2006/relationships/image" Target="../media/image365.png"/><Relationship Id="rId9" Type="http://schemas.openxmlformats.org/officeDocument/2006/relationships/image" Target="../media/image369.png"/><Relationship Id="rId14" Type="http://schemas.openxmlformats.org/officeDocument/2006/relationships/image" Target="../media/image37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97.png"/><Relationship Id="rId7" Type="http://schemas.openxmlformats.org/officeDocument/2006/relationships/image" Target="../media/image379.png"/><Relationship Id="rId12" Type="http://schemas.openxmlformats.org/officeDocument/2006/relationships/image" Target="../media/image384.gif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383.png"/><Relationship Id="rId5" Type="http://schemas.openxmlformats.org/officeDocument/2006/relationships/image" Target="../media/image378.png"/><Relationship Id="rId10" Type="http://schemas.openxmlformats.org/officeDocument/2006/relationships/image" Target="../media/image382.png"/><Relationship Id="rId4" Type="http://schemas.openxmlformats.org/officeDocument/2006/relationships/image" Target="../media/image377.png"/><Relationship Id="rId9" Type="http://schemas.openxmlformats.org/officeDocument/2006/relationships/image" Target="../media/image38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png"/><Relationship Id="rId13" Type="http://schemas.openxmlformats.org/officeDocument/2006/relationships/image" Target="../media/image391.png"/><Relationship Id="rId3" Type="http://schemas.openxmlformats.org/officeDocument/2006/relationships/image" Target="../media/image104.png"/><Relationship Id="rId7" Type="http://schemas.openxmlformats.org/officeDocument/2006/relationships/image" Target="../media/image386.png"/><Relationship Id="rId12" Type="http://schemas.openxmlformats.org/officeDocument/2006/relationships/image" Target="../media/image39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389.png"/><Relationship Id="rId5" Type="http://schemas.openxmlformats.org/officeDocument/2006/relationships/image" Target="../media/image69.png"/><Relationship Id="rId10" Type="http://schemas.openxmlformats.org/officeDocument/2006/relationships/image" Target="../media/image383.png"/><Relationship Id="rId4" Type="http://schemas.openxmlformats.org/officeDocument/2006/relationships/image" Target="../media/image385.png"/><Relationship Id="rId9" Type="http://schemas.openxmlformats.org/officeDocument/2006/relationships/image" Target="../media/image388.png"/><Relationship Id="rId14" Type="http://schemas.openxmlformats.org/officeDocument/2006/relationships/image" Target="../media/image37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png"/><Relationship Id="rId3" Type="http://schemas.openxmlformats.org/officeDocument/2006/relationships/image" Target="../media/image104.png"/><Relationship Id="rId7" Type="http://schemas.openxmlformats.org/officeDocument/2006/relationships/image" Target="../media/image38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327.png"/><Relationship Id="rId4" Type="http://schemas.openxmlformats.org/officeDocument/2006/relationships/image" Target="../media/image297.png"/><Relationship Id="rId9" Type="http://schemas.openxmlformats.org/officeDocument/2006/relationships/image" Target="../media/image37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png"/><Relationship Id="rId13" Type="http://schemas.openxmlformats.org/officeDocument/2006/relationships/image" Target="../media/image399.png"/><Relationship Id="rId3" Type="http://schemas.openxmlformats.org/officeDocument/2006/relationships/image" Target="../media/image104.png"/><Relationship Id="rId7" Type="http://schemas.openxmlformats.org/officeDocument/2006/relationships/image" Target="../media/image394.png"/><Relationship Id="rId12" Type="http://schemas.openxmlformats.org/officeDocument/2006/relationships/image" Target="../media/image398.png"/><Relationship Id="rId2" Type="http://schemas.openxmlformats.org/officeDocument/2006/relationships/image" Target="../media/image3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397.png"/><Relationship Id="rId5" Type="http://schemas.openxmlformats.org/officeDocument/2006/relationships/image" Target="../media/image19.png"/><Relationship Id="rId10" Type="http://schemas.openxmlformats.org/officeDocument/2006/relationships/image" Target="../media/image396.png"/><Relationship Id="rId4" Type="http://schemas.openxmlformats.org/officeDocument/2006/relationships/image" Target="../media/image304.png"/><Relationship Id="rId9" Type="http://schemas.openxmlformats.org/officeDocument/2006/relationships/image" Target="../media/image383.png"/><Relationship Id="rId14" Type="http://schemas.openxmlformats.org/officeDocument/2006/relationships/image" Target="../media/image37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1.png"/><Relationship Id="rId4" Type="http://schemas.openxmlformats.org/officeDocument/2006/relationships/image" Target="../media/image4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1188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823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446000"/>
            <a:ext cx="24384000" cy="127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0" y="9728200"/>
            <a:ext cx="508000" cy="50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600" y="9728200"/>
            <a:ext cx="508000" cy="50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49100" y="9728200"/>
            <a:ext cx="508000" cy="50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1188700"/>
            <a:ext cx="24384000" cy="1270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96800" y="9728200"/>
            <a:ext cx="9829800" cy="49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3000" y="9728200"/>
            <a:ext cx="4368800" cy="49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1000" y="9728200"/>
            <a:ext cx="5029200" cy="495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8318500"/>
            <a:ext cx="22059900" cy="977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" y="3860800"/>
            <a:ext cx="16281400" cy="3695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828000" y="863600"/>
            <a:ext cx="11303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900" y="3429000"/>
            <a:ext cx="6604000" cy="327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600" y="3429000"/>
            <a:ext cx="6604000" cy="327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9900" y="5740400"/>
            <a:ext cx="50800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8900" y="3937000"/>
            <a:ext cx="762000" cy="762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7600" y="5740400"/>
            <a:ext cx="50800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6600" y="3937000"/>
            <a:ext cx="762000" cy="76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8700" y="4927600"/>
            <a:ext cx="39878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07700" y="4089400"/>
            <a:ext cx="21971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2500" y="4927600"/>
            <a:ext cx="55118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5400" y="4089400"/>
            <a:ext cx="21971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82900" y="3429000"/>
            <a:ext cx="6604000" cy="3276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344900" y="5740400"/>
            <a:ext cx="50800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03900" y="3937000"/>
            <a:ext cx="762000" cy="762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891000" y="4927600"/>
            <a:ext cx="3987800" cy="723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780000" y="4089400"/>
            <a:ext cx="2197100" cy="469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97900" y="7467600"/>
            <a:ext cx="6604000" cy="3276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25600" y="7467600"/>
            <a:ext cx="6604000" cy="3276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59900" y="9779000"/>
            <a:ext cx="5080000" cy="25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518900" y="7975600"/>
            <a:ext cx="762000" cy="762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87600" y="9779000"/>
            <a:ext cx="5080000" cy="25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46600" y="7975600"/>
            <a:ext cx="762000" cy="762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18700" y="8953500"/>
            <a:ext cx="3987800" cy="7239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807700" y="8115300"/>
            <a:ext cx="2197100" cy="469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22500" y="8953500"/>
            <a:ext cx="5511800" cy="7239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35400" y="8115300"/>
            <a:ext cx="2197100" cy="4699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82900" y="7467600"/>
            <a:ext cx="6604000" cy="32766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344900" y="9779000"/>
            <a:ext cx="5080000" cy="254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503900" y="7975600"/>
            <a:ext cx="762000" cy="762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891000" y="8953500"/>
            <a:ext cx="3987800" cy="7239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780000" y="8115300"/>
            <a:ext cx="21971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6578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254500"/>
            <a:ext cx="8623300" cy="8623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4900" y="5067300"/>
            <a:ext cx="1841500" cy="1130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3000" y="6337300"/>
            <a:ext cx="2438400" cy="2933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52700" y="8661400"/>
            <a:ext cx="2882900" cy="2832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200" y="6337300"/>
            <a:ext cx="2946400" cy="2946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1200" y="5270500"/>
            <a:ext cx="55118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3600" y="3530600"/>
            <a:ext cx="5511800" cy="723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10744200" y="8407400"/>
            <a:ext cx="1778000" cy="800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6200000">
            <a:off x="8712200" y="8343900"/>
            <a:ext cx="1841500" cy="914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84900" y="8750300"/>
            <a:ext cx="3200400" cy="723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69600" y="9715500"/>
            <a:ext cx="2273300" cy="723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71100" y="8216900"/>
            <a:ext cx="5511800" cy="723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452600" y="9271000"/>
            <a:ext cx="3009900" cy="1130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617700" y="5270500"/>
            <a:ext cx="3987800" cy="723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281400" y="9461500"/>
            <a:ext cx="5359400" cy="723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69400" y="5270500"/>
            <a:ext cx="2273300" cy="723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10800000">
            <a:off x="9867900" y="9931400"/>
            <a:ext cx="1231900" cy="508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89600" y="9829800"/>
            <a:ext cx="4318000" cy="7239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38200" y="5067300"/>
            <a:ext cx="1841500" cy="1130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899900" y="5067300"/>
            <a:ext cx="1841500" cy="1130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75700" y="4889500"/>
            <a:ext cx="31369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139319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200" y="8394700"/>
            <a:ext cx="49784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9549720">
            <a:off x="1600200" y="9029700"/>
            <a:ext cx="49784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993467">
            <a:off x="1587500" y="7721600"/>
            <a:ext cx="49784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8394700"/>
            <a:ext cx="49784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8400" y="6565900"/>
            <a:ext cx="3873500" cy="3873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4889500" y="8407400"/>
            <a:ext cx="4038600" cy="228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2600" y="7962900"/>
            <a:ext cx="1295400" cy="1054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2600" y="7962900"/>
            <a:ext cx="1295400" cy="1054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10400" y="7962900"/>
            <a:ext cx="1295400" cy="1054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100" y="5842000"/>
            <a:ext cx="1295400" cy="901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100" y="5842000"/>
            <a:ext cx="1295400" cy="901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8026400"/>
            <a:ext cx="1295400" cy="901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4700" y="9994900"/>
            <a:ext cx="1295400" cy="901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97200" y="6375400"/>
            <a:ext cx="1295400" cy="901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63800" y="7594600"/>
            <a:ext cx="1295400" cy="901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11500" y="9563100"/>
            <a:ext cx="1295400" cy="901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85400" y="7962900"/>
            <a:ext cx="1295400" cy="901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10300" y="4597400"/>
            <a:ext cx="1295400" cy="901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58800" y="4622800"/>
            <a:ext cx="1295400" cy="901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19400" y="4622800"/>
            <a:ext cx="1905000" cy="27051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85400" y="4597400"/>
            <a:ext cx="1295400" cy="901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192000" y="4622800"/>
            <a:ext cx="2692400" cy="9525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189200" y="4622800"/>
            <a:ext cx="1943100" cy="952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338800" y="4622800"/>
            <a:ext cx="1892300" cy="9525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615400" y="4622800"/>
            <a:ext cx="2336800" cy="952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839700" y="5765800"/>
            <a:ext cx="106553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32300" y="3022600"/>
            <a:ext cx="5765800" cy="9499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3365500"/>
            <a:ext cx="15951200" cy="8280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8000" y="4025900"/>
            <a:ext cx="8801100" cy="6362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0" y="3822700"/>
            <a:ext cx="16637000" cy="914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7900" y="2921000"/>
            <a:ext cx="55118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7531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2700" y="5765800"/>
            <a:ext cx="1295400" cy="901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700" y="7975600"/>
            <a:ext cx="1295400" cy="901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1700" y="6426200"/>
            <a:ext cx="1295400" cy="901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2800" y="7556500"/>
            <a:ext cx="1295400" cy="901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25100" y="8026400"/>
            <a:ext cx="12954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03900" y="5473700"/>
            <a:ext cx="3073400" cy="901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9339547">
            <a:off x="2120900" y="9220200"/>
            <a:ext cx="4978400" cy="228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62200" y="8483600"/>
            <a:ext cx="4978400" cy="22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993467">
            <a:off x="2019300" y="7759700"/>
            <a:ext cx="4978400" cy="228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3400" y="8432800"/>
            <a:ext cx="4978400" cy="228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10200" y="6616700"/>
            <a:ext cx="3873500" cy="3873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6200000">
            <a:off x="5334000" y="8458200"/>
            <a:ext cx="4038600" cy="228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07100" y="8001000"/>
            <a:ext cx="1295400" cy="1054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07100" y="8001000"/>
            <a:ext cx="1295400" cy="1054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54900" y="8001000"/>
            <a:ext cx="1295400" cy="1054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73200" y="10490200"/>
            <a:ext cx="1295400" cy="901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08000" y="8521700"/>
            <a:ext cx="7315200" cy="139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16200000">
            <a:off x="13131800" y="7962900"/>
            <a:ext cx="7315200" cy="139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713200" y="8712200"/>
            <a:ext cx="901700" cy="469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066000" y="8712200"/>
            <a:ext cx="901700" cy="4699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713200" y="4140200"/>
            <a:ext cx="901700" cy="4699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461517">
            <a:off x="13512800" y="7975600"/>
            <a:ext cx="7315200" cy="508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7043400" y="7315200"/>
            <a:ext cx="2895600" cy="4699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352800" y="8661400"/>
            <a:ext cx="1295400" cy="901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719999">
            <a:off x="14211300" y="6616700"/>
            <a:ext cx="1651000" cy="139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357100" y="6210300"/>
            <a:ext cx="2895600" cy="4699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0633630">
            <a:off x="13195300" y="7607300"/>
            <a:ext cx="1651000" cy="139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290300" y="7683500"/>
            <a:ext cx="2895600" cy="4699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4184558">
            <a:off x="14909800" y="5105400"/>
            <a:ext cx="1651000" cy="1397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893800" y="3835400"/>
            <a:ext cx="2895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700" y="5765800"/>
            <a:ext cx="1295400" cy="901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2700" y="7975600"/>
            <a:ext cx="12954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1700" y="6426200"/>
            <a:ext cx="1295400" cy="901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2800" y="7556500"/>
            <a:ext cx="1295400" cy="901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25100" y="8026400"/>
            <a:ext cx="1295400" cy="901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3900" y="5473700"/>
            <a:ext cx="3073400" cy="901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9339547">
            <a:off x="2120900" y="9220200"/>
            <a:ext cx="49784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62200" y="8483600"/>
            <a:ext cx="4978400" cy="228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993467">
            <a:off x="2019300" y="7759700"/>
            <a:ext cx="4978400" cy="228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3400" y="8432800"/>
            <a:ext cx="4978400" cy="22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10200" y="6616700"/>
            <a:ext cx="3873500" cy="3873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5334000" y="8458200"/>
            <a:ext cx="4038600" cy="228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07100" y="8001000"/>
            <a:ext cx="1295400" cy="1054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07100" y="8001000"/>
            <a:ext cx="1295400" cy="1054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54900" y="8001000"/>
            <a:ext cx="1295400" cy="1054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73200" y="10490200"/>
            <a:ext cx="1295400" cy="901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906500" y="7378700"/>
            <a:ext cx="7315200" cy="139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-5400000">
            <a:off x="14833600" y="5803900"/>
            <a:ext cx="5308600" cy="139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424400" y="7556500"/>
            <a:ext cx="901700" cy="469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764500" y="7556500"/>
            <a:ext cx="901700" cy="4699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424400" y="2984500"/>
            <a:ext cx="901700" cy="469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520000">
            <a:off x="14351000" y="6400800"/>
            <a:ext cx="5880100" cy="50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52800" y="8661400"/>
            <a:ext cx="1295400" cy="901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7208500" y="7137400"/>
            <a:ext cx="558800" cy="5588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062700" y="5473700"/>
            <a:ext cx="558800" cy="5588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062700" y="7137400"/>
            <a:ext cx="558800" cy="558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7208500" y="5473700"/>
            <a:ext cx="558800" cy="5588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008100" y="8470900"/>
            <a:ext cx="7200900" cy="49657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51000" y="2895600"/>
            <a:ext cx="5753100" cy="254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4254500"/>
            <a:ext cx="12420600" cy="8801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6000" y="3314700"/>
            <a:ext cx="95758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32300" y="3657600"/>
            <a:ext cx="5765800" cy="754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3365500"/>
            <a:ext cx="15951200" cy="8280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0100" y="58166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3000" y="3327400"/>
            <a:ext cx="55118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00" y="4254500"/>
            <a:ext cx="8153400" cy="6959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2300" y="4203700"/>
            <a:ext cx="6299200" cy="384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0" y="3479800"/>
            <a:ext cx="55118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17800" y="5829300"/>
            <a:ext cx="1511300" cy="50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52300" y="7048500"/>
            <a:ext cx="4965700" cy="5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12300" y="8051800"/>
            <a:ext cx="6299200" cy="4572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039999">
            <a:off x="14566900" y="9550400"/>
            <a:ext cx="2654300" cy="5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929100" y="8432800"/>
            <a:ext cx="4140200" cy="1143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-60000">
            <a:off x="14554200" y="10718800"/>
            <a:ext cx="2400300" cy="50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018000" y="9906000"/>
            <a:ext cx="3835400" cy="3619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319500" y="5486400"/>
            <a:ext cx="6629400" cy="723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319500" y="6718300"/>
            <a:ext cx="66294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3000" y="3327400"/>
            <a:ext cx="55118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0" y="3479800"/>
            <a:ext cx="55118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6400" y="4254500"/>
            <a:ext cx="6997700" cy="5410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76400" y="9652000"/>
            <a:ext cx="6997700" cy="3289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6600" y="4229100"/>
            <a:ext cx="6032500" cy="425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49200" y="5562600"/>
            <a:ext cx="4241800" cy="5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00000" y="6451600"/>
            <a:ext cx="4203700" cy="50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332200" y="6134100"/>
            <a:ext cx="6629400" cy="723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5219700"/>
            <a:ext cx="6629400" cy="723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649200" y="7556500"/>
            <a:ext cx="4203700" cy="50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81400" y="7239000"/>
            <a:ext cx="6629400" cy="723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26600" y="8496300"/>
            <a:ext cx="6032500" cy="4851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-797026">
            <a:off x="13119100" y="9766300"/>
            <a:ext cx="4318000" cy="50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373600" y="8724900"/>
            <a:ext cx="4140200" cy="1143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-60000">
            <a:off x="12471400" y="10731500"/>
            <a:ext cx="4927600" cy="50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424400" y="10033000"/>
            <a:ext cx="403860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7100" y="3327400"/>
            <a:ext cx="67183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0" y="3479800"/>
            <a:ext cx="55118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7100" y="4406900"/>
            <a:ext cx="6629400" cy="4089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7100" y="8483600"/>
            <a:ext cx="6629400" cy="2959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8800" y="4508500"/>
            <a:ext cx="6883400" cy="5969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5609">
            <a:off x="13474700" y="7454900"/>
            <a:ext cx="4559300" cy="5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034000" y="6921500"/>
            <a:ext cx="4140200" cy="1143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839999">
            <a:off x="12407900" y="8509000"/>
            <a:ext cx="5549900" cy="5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881600" y="8534400"/>
            <a:ext cx="4292600" cy="363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3365500"/>
            <a:ext cx="67183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3365500"/>
            <a:ext cx="67183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57400" y="3365500"/>
            <a:ext cx="67183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4419600"/>
            <a:ext cx="7124700" cy="665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7700" y="4419600"/>
            <a:ext cx="6769100" cy="425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7700" y="8547100"/>
            <a:ext cx="6769100" cy="4203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90800" y="4419600"/>
            <a:ext cx="6324600" cy="510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90800" y="9309100"/>
            <a:ext cx="6311900" cy="3441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4419600"/>
            <a:ext cx="7162800" cy="6832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29600" y="4419600"/>
            <a:ext cx="6794500" cy="8318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90800" y="4419600"/>
            <a:ext cx="6324600" cy="8318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508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5511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3365500"/>
            <a:ext cx="67183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9220200"/>
            <a:ext cx="8115300" cy="3695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4089400"/>
            <a:ext cx="8115300" cy="513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4089400"/>
            <a:ext cx="8115300" cy="8826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56700" y="4089400"/>
            <a:ext cx="7531100" cy="1397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5800" y="3365500"/>
            <a:ext cx="67183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56700" y="5969000"/>
            <a:ext cx="1219200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129286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134874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4508500"/>
            <a:ext cx="8839200" cy="4686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66600" y="4508500"/>
            <a:ext cx="10629900" cy="4686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1200" y="3594100"/>
            <a:ext cx="53340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81000" y="3594100"/>
            <a:ext cx="88138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97100" y="9613900"/>
            <a:ext cx="8369300" cy="3619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93600" y="9613900"/>
            <a:ext cx="100203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69850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200" y="3365500"/>
            <a:ext cx="10198100" cy="920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2700" y="3898900"/>
            <a:ext cx="3810000" cy="381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33500" y="3733800"/>
            <a:ext cx="49657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3600" y="6667500"/>
            <a:ext cx="9474200" cy="279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33500" y="6438900"/>
            <a:ext cx="4965700" cy="1447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75800" y="8521700"/>
            <a:ext cx="4406900" cy="33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33500" y="8305800"/>
            <a:ext cx="59309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982700" y="10426700"/>
            <a:ext cx="5930900" cy="723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69850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254500"/>
            <a:ext cx="11760200" cy="7556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14400" y="2921000"/>
            <a:ext cx="10198100" cy="920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660000">
            <a:off x="6489700" y="5232400"/>
            <a:ext cx="8648700" cy="5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9600" y="6413500"/>
            <a:ext cx="8445500" cy="5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40000">
            <a:off x="7493000" y="7264400"/>
            <a:ext cx="13055600" cy="50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69850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" y="3644900"/>
            <a:ext cx="10210800" cy="852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7500" y="4368800"/>
            <a:ext cx="3810000" cy="381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38300" y="4191000"/>
            <a:ext cx="49657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1100" y="6908800"/>
            <a:ext cx="105029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87500" y="6705600"/>
            <a:ext cx="4965700" cy="1447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02800" y="8890000"/>
            <a:ext cx="4406900" cy="33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60500" y="8686800"/>
            <a:ext cx="59309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87500" y="10883900"/>
            <a:ext cx="5930900" cy="723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69850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66800" y="3505200"/>
            <a:ext cx="10210800" cy="852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700" y="3505200"/>
            <a:ext cx="12433300" cy="7861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419999">
            <a:off x="7747000" y="4851400"/>
            <a:ext cx="7340600" cy="5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39999">
            <a:off x="7620000" y="5994400"/>
            <a:ext cx="7632700" cy="5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79999">
            <a:off x="8153400" y="6261100"/>
            <a:ext cx="10426700" cy="50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9999">
            <a:off x="8305800" y="6553200"/>
            <a:ext cx="13220700" cy="50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5639999">
            <a:off x="15087600" y="6400800"/>
            <a:ext cx="266700" cy="5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5520000">
            <a:off x="18262600" y="6832600"/>
            <a:ext cx="558800" cy="50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5640000">
            <a:off x="21234400" y="6997700"/>
            <a:ext cx="596900" cy="5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69850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200" y="4432300"/>
            <a:ext cx="8851900" cy="8026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6700" y="3365500"/>
            <a:ext cx="8724900" cy="698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09700" y="3365500"/>
            <a:ext cx="69215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42900" y="5092700"/>
            <a:ext cx="10210800" cy="5575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42600" y="4432300"/>
            <a:ext cx="2349500" cy="584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09600" y="4432300"/>
            <a:ext cx="2349500" cy="584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95700" y="4432300"/>
            <a:ext cx="2349500" cy="584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862800" y="4432300"/>
            <a:ext cx="2349500" cy="58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34700" y="5321300"/>
            <a:ext cx="1765300" cy="2425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74400" y="5461000"/>
            <a:ext cx="215900" cy="228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90300" y="5461000"/>
            <a:ext cx="215900" cy="228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859999">
            <a:off x="11188700" y="6350000"/>
            <a:ext cx="3149600" cy="50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720000">
            <a:off x="11163300" y="5892800"/>
            <a:ext cx="2997200" cy="50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42600" y="7747000"/>
            <a:ext cx="2349500" cy="1168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719300" y="6057900"/>
            <a:ext cx="304800" cy="317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719300" y="6972300"/>
            <a:ext cx="304800" cy="317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719300" y="8686800"/>
            <a:ext cx="304800" cy="317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">
            <a:off x="12242800" y="8191500"/>
            <a:ext cx="2184400" cy="50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7391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78232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2100" y="3632200"/>
            <a:ext cx="6985000" cy="723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200" y="4610100"/>
            <a:ext cx="11480800" cy="5880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614597">
            <a:off x="8661400" y="5270500"/>
            <a:ext cx="5588000" cy="5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11300" y="3632200"/>
            <a:ext cx="7264400" cy="2311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11300" y="6134100"/>
            <a:ext cx="7264400" cy="2527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1080000">
            <a:off x="8699500" y="8242300"/>
            <a:ext cx="5651500" cy="50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">
            <a:off x="7086600" y="9385300"/>
            <a:ext cx="7137400" cy="5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11300" y="9639300"/>
            <a:ext cx="6985000" cy="723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88519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222500"/>
            <a:ext cx="4318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800" y="3721100"/>
            <a:ext cx="6985000" cy="723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87400" y="3721100"/>
            <a:ext cx="69850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1000" y="4826000"/>
            <a:ext cx="8724900" cy="7493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44500" y="4826000"/>
            <a:ext cx="7670800" cy="7543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88519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800" y="3721100"/>
            <a:ext cx="6985000" cy="723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1000" y="4826000"/>
            <a:ext cx="8724900" cy="749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9000" y="4953000"/>
            <a:ext cx="11785600" cy="6515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2082800"/>
            <a:ext cx="88519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800" y="3721100"/>
            <a:ext cx="6985000" cy="723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0" y="4953000"/>
            <a:ext cx="11785600" cy="7239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4700" y="4762500"/>
            <a:ext cx="7721600" cy="740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99000" y="3225800"/>
            <a:ext cx="69850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7987574">
            <a:off x="20256500" y="4343400"/>
            <a:ext cx="3149600" cy="2540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02000" y="2578100"/>
            <a:ext cx="2311400" cy="1866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3416300"/>
            <a:ext cx="92456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9600" y="4686300"/>
            <a:ext cx="11163300" cy="2057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4300" y="6007100"/>
            <a:ext cx="5486400" cy="4419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0400" y="6121400"/>
            <a:ext cx="3149600" cy="736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8700" y="6007100"/>
            <a:ext cx="59690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836895">
            <a:off x="6972300" y="7099300"/>
            <a:ext cx="3149600" cy="736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18700" y="7391400"/>
            <a:ext cx="8369300" cy="723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765181">
            <a:off x="6794500" y="7848600"/>
            <a:ext cx="3149600" cy="736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18700" y="8585200"/>
            <a:ext cx="8369300" cy="723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73200" y="2082800"/>
            <a:ext cx="7924800" cy="723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6800" y="3721100"/>
            <a:ext cx="69850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200" y="4953000"/>
            <a:ext cx="8699500" cy="627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5100" y="4953000"/>
            <a:ext cx="13652500" cy="579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200" y="2082800"/>
            <a:ext cx="79248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76073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2082800"/>
            <a:ext cx="79248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1500" y="4025900"/>
            <a:ext cx="19507200" cy="723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1000" y="5181600"/>
            <a:ext cx="8953500" cy="4419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3100" y="9842500"/>
            <a:ext cx="8369300" cy="59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95100" y="5473700"/>
            <a:ext cx="9918700" cy="6642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2300" y="10795000"/>
            <a:ext cx="5486400" cy="2628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1500" y="4025900"/>
            <a:ext cx="195072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1500" y="5029200"/>
            <a:ext cx="9486900" cy="664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61800" y="5029200"/>
            <a:ext cx="9486900" cy="596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93700" y="5778500"/>
            <a:ext cx="5486400" cy="124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47500" y="7454900"/>
            <a:ext cx="9486900" cy="59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93700" y="8343900"/>
            <a:ext cx="5486400" cy="2362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783300" y="10020300"/>
            <a:ext cx="3873500" cy="533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92100" y="10960100"/>
            <a:ext cx="106426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73200" y="2082800"/>
            <a:ext cx="7924800" cy="723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1500" y="3594100"/>
            <a:ext cx="195072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5346700"/>
            <a:ext cx="9486900" cy="59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3200" y="8470900"/>
            <a:ext cx="9486900" cy="596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2300" y="6121400"/>
            <a:ext cx="5486400" cy="1892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97200" y="9271000"/>
            <a:ext cx="5816600" cy="812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3200" y="10553700"/>
            <a:ext cx="9486900" cy="596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7200" y="11353800"/>
            <a:ext cx="5816600" cy="800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33300" y="5041900"/>
            <a:ext cx="10604500" cy="1181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33300" y="6540500"/>
            <a:ext cx="6819900" cy="6845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351500" y="6261100"/>
            <a:ext cx="5562600" cy="59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3200" y="2082800"/>
            <a:ext cx="7924800" cy="723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76073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4025900"/>
            <a:ext cx="195072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" y="4953000"/>
            <a:ext cx="8229600" cy="6515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04600" y="4953000"/>
            <a:ext cx="8737600" cy="651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200" y="2082800"/>
            <a:ext cx="79248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75692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4025900"/>
            <a:ext cx="195072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" y="4953000"/>
            <a:ext cx="8420100" cy="6515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1000" y="4622800"/>
            <a:ext cx="6172200" cy="579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65600" y="4622800"/>
            <a:ext cx="6172200" cy="5067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3200" y="2082800"/>
            <a:ext cx="79248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7543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4025900"/>
            <a:ext cx="195072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8300" y="4953000"/>
            <a:ext cx="8890000" cy="6515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2000" y="4953000"/>
            <a:ext cx="8864600" cy="651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200" y="2082800"/>
            <a:ext cx="79248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7670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4025900"/>
            <a:ext cx="195072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" y="4953000"/>
            <a:ext cx="8864600" cy="6515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9300" y="4953000"/>
            <a:ext cx="8890000" cy="651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200" y="2082800"/>
            <a:ext cx="79248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75819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4025900"/>
            <a:ext cx="10960100" cy="2895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8000" y="7416800"/>
            <a:ext cx="9448800" cy="4533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780000">
            <a:off x="4533900" y="9639300"/>
            <a:ext cx="889000" cy="5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2200" y="9144000"/>
            <a:ext cx="838200" cy="685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2339999">
            <a:off x="10337800" y="6807200"/>
            <a:ext cx="3695700" cy="139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57300" y="5295900"/>
            <a:ext cx="72644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7500000">
            <a:off x="15024100" y="7073900"/>
            <a:ext cx="2057400" cy="139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939999">
            <a:off x="17132300" y="7035800"/>
            <a:ext cx="2197100" cy="139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25600" y="8026400"/>
            <a:ext cx="2146300" cy="723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669000" y="8026400"/>
            <a:ext cx="1282700" cy="723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3200" y="2082800"/>
            <a:ext cx="7924800" cy="723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228600"/>
            <a:ext cx="8331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" y="3365500"/>
            <a:ext cx="19507200" cy="2895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04600" y="8051800"/>
            <a:ext cx="11938000" cy="3619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92000" y="6489700"/>
            <a:ext cx="88519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3200" y="2082800"/>
            <a:ext cx="6515100" cy="7239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F9FF30D-0810-A4FC-9977-6900625121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432" y="6337808"/>
            <a:ext cx="8851900" cy="632278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276600"/>
            <a:ext cx="19507200" cy="1447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" y="6451600"/>
            <a:ext cx="17221200" cy="723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1000" y="5308600"/>
            <a:ext cx="88519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200" y="2082800"/>
            <a:ext cx="65151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1000" y="7391400"/>
            <a:ext cx="172212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51000" y="8331200"/>
            <a:ext cx="17221200" cy="1447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81400" y="10922000"/>
            <a:ext cx="172212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2082800"/>
            <a:ext cx="65151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200" y="3327400"/>
            <a:ext cx="15824200" cy="9563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2895600"/>
            <a:ext cx="6527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0828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22500"/>
            <a:ext cx="21971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276600"/>
            <a:ext cx="195072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200" y="4686300"/>
            <a:ext cx="17221200" cy="723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3200" y="2082800"/>
            <a:ext cx="65151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200" y="5880100"/>
            <a:ext cx="172212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3200" y="7086600"/>
            <a:ext cx="172212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00" y="8293100"/>
            <a:ext cx="172212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00" y="9791700"/>
            <a:ext cx="172212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228600"/>
            <a:ext cx="7340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A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24384000" cy="1191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79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400" y="5041900"/>
            <a:ext cx="3632200" cy="3632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5500" y="6197600"/>
            <a:ext cx="2413000" cy="133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3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박민석</cp:lastModifiedBy>
  <cp:revision>2</cp:revision>
  <dcterms:created xsi:type="dcterms:W3CDTF">2006-08-16T00:00:00Z</dcterms:created>
  <dcterms:modified xsi:type="dcterms:W3CDTF">2026-04-02T08:40:54Z</dcterms:modified>
</cp:coreProperties>
</file>